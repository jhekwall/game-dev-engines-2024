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E90247-4B1C-7C98-69F1-1C4B0A89AA6D}" v="180" dt="2024-09-11T15:02:17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2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8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6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0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6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1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7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5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9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7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E8D3B3-3DB3-1152-A938-C4DC8952D4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80000">
                <a:schemeClr val="bg1">
                  <a:lumMod val="6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989935-78E2-254B-6632-F815A5245AF6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7757413-96DD-58D4-3ED6-7BB6BF40E884}"/>
              </a:ext>
            </a:extLst>
          </p:cNvPr>
          <p:cNvSpPr/>
          <p:nvPr/>
        </p:nvSpPr>
        <p:spPr>
          <a:xfrm rot="10800000">
            <a:off x="11277600" y="0"/>
            <a:ext cx="914400" cy="914400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B45BB132-101F-20BD-7BF3-04354C7D8A27}"/>
              </a:ext>
            </a:extLst>
          </p:cNvPr>
          <p:cNvSpPr/>
          <p:nvPr/>
        </p:nvSpPr>
        <p:spPr>
          <a:xfrm>
            <a:off x="0" y="5943599"/>
            <a:ext cx="936230" cy="91440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27B31-1771-5D77-449C-7251F628FD7C}"/>
              </a:ext>
            </a:extLst>
          </p:cNvPr>
          <p:cNvSpPr txBox="1"/>
          <p:nvPr userDrawn="1"/>
        </p:nvSpPr>
        <p:spPr>
          <a:xfrm>
            <a:off x="936230" y="6444734"/>
            <a:ext cx="112557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DATASPIRE PROJECT // KENNETH W. // VANCE B.</a:t>
            </a:r>
          </a:p>
        </p:txBody>
      </p:sp>
    </p:spTree>
    <p:extLst>
      <p:ext uri="{BB962C8B-B14F-4D97-AF65-F5344CB8AC3E}">
        <p14:creationId xmlns:p14="http://schemas.microsoft.com/office/powerpoint/2010/main" val="389342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UPDATE 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DATASPIRE PROJECT</a:t>
            </a:r>
          </a:p>
          <a:p>
            <a:r>
              <a:rPr lang="en-US" b="1" dirty="0"/>
              <a:t>KENNETH W.</a:t>
            </a:r>
          </a:p>
          <a:p>
            <a:r>
              <a:rPr lang="en-US" b="1" dirty="0"/>
              <a:t>VANCE B.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4265-F063-F199-4D39-BBCB84D0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Before the start of the semester…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FFBCD-42EE-7CAF-BF53-266B3456F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Movement implemented</a:t>
            </a:r>
          </a:p>
          <a:p>
            <a:r>
              <a:rPr lang="en-US" dirty="0"/>
              <a:t>Test Map(s) created</a:t>
            </a:r>
          </a:p>
          <a:p>
            <a:r>
              <a:rPr lang="en-US" dirty="0"/>
              <a:t>~3 prototype enemies</a:t>
            </a:r>
          </a:p>
          <a:p>
            <a:r>
              <a:rPr lang="en-US" dirty="0"/>
              <a:t>Element switching and charge stacking</a:t>
            </a:r>
          </a:p>
          <a:p>
            <a:r>
              <a:rPr lang="en-US" dirty="0"/>
              <a:t>Player HUD elements (Health, speed, dash charges, etc.)</a:t>
            </a:r>
          </a:p>
          <a:p>
            <a:r>
              <a:rPr lang="en-US" dirty="0"/>
              <a:t>Debug console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340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9A02-43DC-6CEF-73F2-C44372CD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Kenneth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F1FAA-FCCA-EE95-112D-ACA34D053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TLDR: Gravity Switching Bugfixes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Defined and limited 3D development comparison to four points: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NPC AI (Behavior, navigation, etc.)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Game Levels (Creating and using them)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Game Physics (Player movement, collisions, etc.)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Documentation/Tutorial Accessibility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Fixed a bug with the camera smoothing that prevented it from crossing into negative vertical units.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Player collision box now rotates when gravity direction is switched.</a:t>
            </a:r>
          </a:p>
        </p:txBody>
      </p:sp>
    </p:spTree>
    <p:extLst>
      <p:ext uri="{BB962C8B-B14F-4D97-AF65-F5344CB8AC3E}">
        <p14:creationId xmlns:p14="http://schemas.microsoft.com/office/powerpoint/2010/main" val="178939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226C-A071-39B5-55E4-DBC271F1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Vance Progress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C427D1-FC44-5F20-DF01-D77EFA16B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5676"/>
            <a:ext cx="5181600" cy="3031235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A236-D1EE-D76B-3458-C27726C9E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TLDR: Combat System Progress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Enemies die when they are killed (deleted on death).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Death UI: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Respawn (Use an extra life to keep fighting).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Retry (Resets level).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Continue (Debug option to instantly revive).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Quit (Exits to menu).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Planning for level loading system.</a:t>
            </a:r>
          </a:p>
        </p:txBody>
      </p:sp>
    </p:spTree>
    <p:extLst>
      <p:ext uri="{BB962C8B-B14F-4D97-AF65-F5344CB8AC3E}">
        <p14:creationId xmlns:p14="http://schemas.microsoft.com/office/powerpoint/2010/main" val="1975558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9831-54ED-F27D-CDAF-59ECE028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Next Update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E06B-4EF1-C245-F20E-148D15A4D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Kenneth: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an in-game ability to change gravity (currently using debug console).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attack animation (Blender -&gt; Godot).</a:t>
            </a:r>
          </a:p>
          <a:p>
            <a:r>
              <a:rPr lang="en-US" dirty="0"/>
              <a:t>Vance: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Level loading system.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Making Death UI buttons clickable.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130686"/>
      </p:ext>
    </p:extLst>
  </p:cSld>
  <p:clrMapOvr>
    <a:masterClrMapping/>
  </p:clrMapOvr>
</p:sld>
</file>

<file path=ppt/theme/theme1.xml><?xml version="1.0" encoding="utf-8"?>
<a:theme xmlns:a="http://schemas.openxmlformats.org/drawingml/2006/main" name="dataspir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ataspire" id="{0BF81828-770F-472C-93BF-63E71A965C82}" vid="{54FD4503-2E2D-4A0C-A1BE-75012D392A8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dataspire</Template>
  <TotalTime>93</TotalTime>
  <Words>219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dataspire</vt:lpstr>
      <vt:lpstr>UPDATE ONE</vt:lpstr>
      <vt:lpstr>Before the start of the semester…</vt:lpstr>
      <vt:lpstr>Kenneth Progress</vt:lpstr>
      <vt:lpstr>Vance Progress</vt:lpstr>
      <vt:lpstr>Next Update 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ONE</dc:title>
  <dc:creator>Kelpy</dc:creator>
  <cp:lastModifiedBy>Jhems Wallace</cp:lastModifiedBy>
  <cp:revision>39</cp:revision>
  <dcterms:created xsi:type="dcterms:W3CDTF">2024-09-11T14:57:51Z</dcterms:created>
  <dcterms:modified xsi:type="dcterms:W3CDTF">2024-09-11T23:01:05Z</dcterms:modified>
</cp:coreProperties>
</file>