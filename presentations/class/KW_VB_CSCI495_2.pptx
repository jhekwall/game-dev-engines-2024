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63" r:id="rId4"/>
    <p:sldId id="261" r:id="rId5"/>
    <p:sldId id="262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E90247-4B1C-7C98-69F1-1C4B0A89AA6D}" v="180" dt="2024-09-11T15:02:17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8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922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7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981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BF15564-FCEF-A791-1093-984DDEE1AE7B}"/>
              </a:ext>
            </a:extLst>
          </p:cNvPr>
          <p:cNvSpPr/>
          <p:nvPr userDrawn="1"/>
        </p:nvSpPr>
        <p:spPr>
          <a:xfrm>
            <a:off x="0" y="1735138"/>
            <a:ext cx="6096000" cy="5122861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80000">
                <a:schemeClr val="bg1">
                  <a:lumMod val="6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A536BC-2587-088B-94FF-C04401935B19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33532E8A-AB49-CABC-053C-2A52AFE4BCD0}"/>
              </a:ext>
            </a:extLst>
          </p:cNvPr>
          <p:cNvSpPr/>
          <p:nvPr userDrawn="1"/>
        </p:nvSpPr>
        <p:spPr>
          <a:xfrm>
            <a:off x="0" y="5943599"/>
            <a:ext cx="936230" cy="914401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9AA1E1-DBEF-19F4-525C-66B3180C0FEF}"/>
              </a:ext>
            </a:extLst>
          </p:cNvPr>
          <p:cNvSpPr txBox="1"/>
          <p:nvPr userDrawn="1"/>
        </p:nvSpPr>
        <p:spPr>
          <a:xfrm>
            <a:off x="936230" y="6444734"/>
            <a:ext cx="1125577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DATASPIRE PROJECT // KENNETH W. // VANCE B.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561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407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164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018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874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855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099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46CE7D5-CF57-46EF-B807-FDD0502418D4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72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FE8D3B3-3DB3-1152-A938-C4DC8952D4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80000">
                <a:schemeClr val="bg1">
                  <a:lumMod val="6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989935-78E2-254B-6632-F815A5245AF6}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F7757413-96DD-58D4-3ED6-7BB6BF40E884}"/>
              </a:ext>
            </a:extLst>
          </p:cNvPr>
          <p:cNvSpPr/>
          <p:nvPr/>
        </p:nvSpPr>
        <p:spPr>
          <a:xfrm rot="10800000">
            <a:off x="11277600" y="0"/>
            <a:ext cx="914400" cy="914400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B45BB132-101F-20BD-7BF3-04354C7D8A27}"/>
              </a:ext>
            </a:extLst>
          </p:cNvPr>
          <p:cNvSpPr/>
          <p:nvPr/>
        </p:nvSpPr>
        <p:spPr>
          <a:xfrm>
            <a:off x="0" y="5943599"/>
            <a:ext cx="936230" cy="914401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F27B31-1771-5D77-449C-7251F628FD7C}"/>
              </a:ext>
            </a:extLst>
          </p:cNvPr>
          <p:cNvSpPr txBox="1"/>
          <p:nvPr userDrawn="1"/>
        </p:nvSpPr>
        <p:spPr>
          <a:xfrm>
            <a:off x="936230" y="6444734"/>
            <a:ext cx="1125577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DATASPIRE PROJECT // KENNETH W. // VANCE B.</a:t>
            </a:r>
          </a:p>
        </p:txBody>
      </p:sp>
    </p:spTree>
    <p:extLst>
      <p:ext uri="{BB962C8B-B14F-4D97-AF65-F5344CB8AC3E}">
        <p14:creationId xmlns:p14="http://schemas.microsoft.com/office/powerpoint/2010/main" val="3893429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UPDATE TWO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DATASPIRE PROJECT</a:t>
            </a:r>
          </a:p>
          <a:p>
            <a:r>
              <a:rPr lang="en-US" b="1" dirty="0"/>
              <a:t>KENNETH W.</a:t>
            </a:r>
          </a:p>
          <a:p>
            <a:r>
              <a:rPr lang="en-US" b="1" dirty="0"/>
              <a:t>VANCE B.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E4D5A4D-331B-3622-AA95-AE611CA84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44" y="1825625"/>
            <a:ext cx="5924258" cy="35469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27226C-A071-39B5-55E4-DBC271F10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Kenneth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1A236-D1EE-D76B-3458-C27726C9E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TLDR: Slogging around in Blender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Slowly figuring out how to model, rig, and import an arm + animations to Godot.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Planning out system for advanced skills (Skills unlocked by beating bosses, </a:t>
            </a:r>
            <a:r>
              <a:rPr lang="en-US" sz="2400" i="1" dirty="0"/>
              <a:t>“Core </a:t>
            </a:r>
            <a:r>
              <a:rPr lang="en-US" sz="2400" i="1" dirty="0" err="1"/>
              <a:t>Cyberhacks</a:t>
            </a:r>
            <a:r>
              <a:rPr lang="en-US" sz="2400" i="1" dirty="0"/>
              <a:t>”).</a:t>
            </a:r>
            <a:endParaRPr lang="en-US" i="1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Fixed a bug that prevented you from dashing while moving around on the ground.</a:t>
            </a:r>
          </a:p>
        </p:txBody>
      </p:sp>
    </p:spTree>
    <p:extLst>
      <p:ext uri="{BB962C8B-B14F-4D97-AF65-F5344CB8AC3E}">
        <p14:creationId xmlns:p14="http://schemas.microsoft.com/office/powerpoint/2010/main" val="1975558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B71A5-C4E0-72E7-DB3F-35F81307A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Advanced Skill Activation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7711E-F59F-D92C-7E2B-2F2AF2B84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to be confused with regular skill activation.</a:t>
            </a:r>
          </a:p>
          <a:p>
            <a:r>
              <a:rPr lang="en-US" dirty="0"/>
              <a:t>Basic idea:</a:t>
            </a:r>
          </a:p>
          <a:p>
            <a:pPr lvl="1"/>
            <a:r>
              <a:rPr lang="en-US" dirty="0"/>
              <a:t>Enter a “Skill activation mode” where time is slightly slowed.</a:t>
            </a:r>
          </a:p>
          <a:p>
            <a:pPr lvl="1"/>
            <a:r>
              <a:rPr lang="en-US" dirty="0"/>
              <a:t>You must input a specific set of keys to activate, then Click / Punch to confirm.</a:t>
            </a:r>
          </a:p>
          <a:p>
            <a:pPr lvl="1"/>
            <a:r>
              <a:rPr lang="en-US" dirty="0"/>
              <a:t>Skill is activated or ready to be activated (Passive vs Active skills).</a:t>
            </a:r>
          </a:p>
          <a:p>
            <a:pPr lvl="1"/>
            <a:r>
              <a:rPr lang="en-US" dirty="0"/>
              <a:t>Depending on difficulty, activation can be simpler or harder:</a:t>
            </a:r>
          </a:p>
          <a:p>
            <a:pPr lvl="1"/>
            <a:r>
              <a:rPr lang="en-US" dirty="0"/>
              <a:t>Lower difficulty would just let you select the skill to activate.</a:t>
            </a:r>
          </a:p>
          <a:p>
            <a:pPr lvl="1"/>
            <a:r>
              <a:rPr lang="en-US" dirty="0"/>
              <a:t>Higher difficulty would require a specific set of keys to activate, like a combo system in a fighting game.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368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7226C-A071-39B5-55E4-DBC271F10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Vance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1A236-D1EE-D76B-3458-C27726C9E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TLDR: Level management and main menu stuff created.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Made a (very simplistic) main menu to load into upon starting game.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Built a level-loading script and it works… but only for the first load</a:t>
            </a:r>
          </a:p>
          <a:p>
            <a:pPr lvl="1"/>
            <a:r>
              <a:rPr lang="en-US" dirty="0"/>
              <a:t>Another bug! Spawning under the map. Most likely due to bad level load function.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Unreal Engine Method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372B00-7827-0BA5-D32E-C1CB27BFB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4" y="1825625"/>
            <a:ext cx="2938163" cy="33385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8FD8DB-2842-5584-4E41-1686AAF5A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151" y="2275800"/>
            <a:ext cx="2807608" cy="9931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4C954A-73E1-C82A-DC8E-B47D5DFE18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0151" y="3854052"/>
            <a:ext cx="2807608" cy="1029295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49C778B-0220-0094-D4BB-442AC61C6831}"/>
              </a:ext>
            </a:extLst>
          </p:cNvPr>
          <p:cNvCxnSpPr>
            <a:stCxn id="8" idx="2"/>
            <a:endCxn id="10" idx="0"/>
          </p:cNvCxnSpPr>
          <p:nvPr/>
        </p:nvCxnSpPr>
        <p:spPr>
          <a:xfrm>
            <a:off x="4523955" y="3268939"/>
            <a:ext cx="0" cy="585113"/>
          </a:xfrm>
          <a:prstGeom prst="straightConnector1">
            <a:avLst/>
          </a:prstGeom>
          <a:ln w="889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981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7226C-A071-39B5-55E4-DBC271F10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Unreal Method</a:t>
            </a:r>
            <a:br>
              <a:rPr lang="en-US" dirty="0"/>
            </a:br>
            <a:r>
              <a:rPr lang="en-US" dirty="0"/>
              <a:t>for Level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1A236-D1EE-D76B-3458-C27726C9E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TLDR: Same concepts as Godot, different execution</a:t>
            </a:r>
          </a:p>
          <a:p>
            <a:pPr lvl="1"/>
            <a:r>
              <a:rPr lang="en-US" sz="2800" dirty="0"/>
              <a:t>Unreal Engine has built-in functionality for level management</a:t>
            </a:r>
          </a:p>
          <a:p>
            <a:pPr lvl="2"/>
            <a:r>
              <a:rPr lang="en-US" sz="2400" dirty="0"/>
              <a:t>Level Streaming system</a:t>
            </a:r>
          </a:p>
          <a:p>
            <a:pPr lvl="3"/>
            <a:r>
              <a:rPr lang="en-US" sz="2200" dirty="0"/>
              <a:t>Editor-based and Code-wise</a:t>
            </a:r>
          </a:p>
          <a:p>
            <a:pPr lvl="2"/>
            <a:r>
              <a:rPr lang="en-US" sz="2400" dirty="0" err="1"/>
              <a:t>GameInstance</a:t>
            </a:r>
            <a:r>
              <a:rPr lang="en-US" sz="2400" dirty="0"/>
              <a:t> class</a:t>
            </a:r>
          </a:p>
          <a:p>
            <a:pPr lvl="1"/>
            <a:r>
              <a:rPr lang="en-US" sz="2800" dirty="0"/>
              <a:t>Essentially:</a:t>
            </a:r>
          </a:p>
          <a:p>
            <a:pPr lvl="2"/>
            <a:r>
              <a:rPr lang="en-US" sz="2400" dirty="0"/>
              <a:t>The existing </a:t>
            </a:r>
            <a:r>
              <a:rPr lang="en-US" sz="2400" dirty="0" err="1"/>
              <a:t>LevelManager</a:t>
            </a:r>
            <a:r>
              <a:rPr lang="en-US" sz="2400" dirty="0"/>
              <a:t> class within Unreal Engine 5 handles loading and unloading through use of </a:t>
            </a:r>
            <a:r>
              <a:rPr lang="en-US" sz="2400" dirty="0" err="1"/>
              <a:t>Unreal’s</a:t>
            </a:r>
            <a:r>
              <a:rPr lang="en-US" sz="2400" dirty="0"/>
              <a:t> Level Streaming System.</a:t>
            </a:r>
          </a:p>
          <a:p>
            <a:pPr lvl="3"/>
            <a:r>
              <a:rPr lang="en-US" sz="2200" dirty="0"/>
              <a:t>Provides up-front methods to load new levels (scenes in Godot) and reload current level (have to make a custom one in Godot)</a:t>
            </a:r>
          </a:p>
          <a:p>
            <a:pPr lvl="3"/>
            <a:r>
              <a:rPr lang="en-US" sz="2200" dirty="0"/>
              <a:t>It also helps with dynamic loading of maps for memory saving</a:t>
            </a:r>
          </a:p>
          <a:p>
            <a:pPr lvl="2"/>
            <a:r>
              <a:rPr lang="en-US" sz="2400" dirty="0"/>
              <a:t>The </a:t>
            </a:r>
            <a:r>
              <a:rPr lang="en-US" sz="2400" dirty="0" err="1"/>
              <a:t>GameInstance</a:t>
            </a:r>
            <a:r>
              <a:rPr lang="en-US" sz="2400" dirty="0"/>
              <a:t> class spawns and holds a reference TO the </a:t>
            </a:r>
            <a:r>
              <a:rPr lang="en-US" sz="2400" dirty="0" err="1"/>
              <a:t>LevelManager</a:t>
            </a:r>
            <a:r>
              <a:rPr lang="en-US" sz="2400" dirty="0"/>
              <a:t>, and provides public methods to interface with the </a:t>
            </a:r>
            <a:r>
              <a:rPr lang="en-US" sz="2400" dirty="0" err="1"/>
              <a:t>LevelManager</a:t>
            </a:r>
            <a:r>
              <a:rPr lang="en-US" sz="2400" dirty="0"/>
              <a:t> (like </a:t>
            </a:r>
            <a:r>
              <a:rPr lang="en-US" sz="2400" dirty="0" err="1"/>
              <a:t>LoadLevel</a:t>
            </a:r>
            <a:r>
              <a:rPr lang="en-US" sz="2400" dirty="0"/>
              <a:t>() and </a:t>
            </a:r>
            <a:r>
              <a:rPr lang="en-US" sz="2400" dirty="0" err="1"/>
              <a:t>ReloadCurrentLevel</a:t>
            </a:r>
            <a:r>
              <a:rPr lang="en-US" sz="2400" dirty="0"/>
              <a:t>()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58413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79831-54ED-F27D-CDAF-59ECE028E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Next Update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8E06B-4EF1-C245-F20E-148D15A4D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 spcCol="228600"/>
          <a:lstStyle/>
          <a:p>
            <a:pPr marL="0" indent="0">
              <a:buNone/>
            </a:pPr>
            <a:r>
              <a:rPr lang="en-US" b="1" u="sng" dirty="0"/>
              <a:t>Kenneth: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Basic attack/block/parry animation(s).</a:t>
            </a:r>
          </a:p>
          <a:p>
            <a:pPr lvl="1"/>
            <a:r>
              <a:rPr lang="en-US" dirty="0"/>
              <a:t>(Blender -&gt; Godot)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Player ability to change gravity.</a:t>
            </a:r>
          </a:p>
          <a:p>
            <a:pPr lvl="1"/>
            <a:r>
              <a:rPr lang="en-US" dirty="0"/>
              <a:t>Without using debug console</a:t>
            </a:r>
          </a:p>
          <a:p>
            <a:pPr lvl="1"/>
            <a:r>
              <a:rPr lang="en-US" dirty="0"/>
              <a:t>Core Cyberhack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Vance: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Fix Main Menu buttons and loading error.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Block / Parry 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Start laying out attack system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130686"/>
      </p:ext>
    </p:extLst>
  </p:cSld>
  <p:clrMapOvr>
    <a:masterClrMapping/>
  </p:clrMapOvr>
</p:sld>
</file>

<file path=ppt/theme/theme1.xml><?xml version="1.0" encoding="utf-8"?>
<a:theme xmlns:a="http://schemas.openxmlformats.org/drawingml/2006/main" name="dataspir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ataspire" id="{0BF81828-770F-472C-93BF-63E71A965C82}" vid="{54FD4503-2E2D-4A0C-A1BE-75012D392A8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dataspire</Template>
  <TotalTime>243</TotalTime>
  <Words>402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dataspire</vt:lpstr>
      <vt:lpstr>UPDATE TWO</vt:lpstr>
      <vt:lpstr>Kenneth Progress</vt:lpstr>
      <vt:lpstr>Advanced Skill Activation</vt:lpstr>
      <vt:lpstr>Vance Progress</vt:lpstr>
      <vt:lpstr>Unreal Method for Level Management</vt:lpstr>
      <vt:lpstr>Next Update Goals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UPDATE ONE</dc:title>
  <dc:creator>Kelpy</dc:creator>
  <cp:lastModifiedBy>Jhems Wallace</cp:lastModifiedBy>
  <cp:revision>47</cp:revision>
  <dcterms:created xsi:type="dcterms:W3CDTF">2024-09-11T14:57:51Z</dcterms:created>
  <dcterms:modified xsi:type="dcterms:W3CDTF">2024-09-16T19:48:22Z</dcterms:modified>
</cp:coreProperties>
</file>