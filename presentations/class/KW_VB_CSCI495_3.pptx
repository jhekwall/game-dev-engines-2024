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90247-4B1C-7C98-69F1-1C4B0A89AA6D}" v="180" dt="2024-09-11T15:02:17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8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BF15564-FCEF-A791-1093-984DDEE1AE7B}"/>
              </a:ext>
            </a:extLst>
          </p:cNvPr>
          <p:cNvSpPr/>
          <p:nvPr userDrawn="1"/>
        </p:nvSpPr>
        <p:spPr>
          <a:xfrm>
            <a:off x="0" y="1735138"/>
            <a:ext cx="6096000" cy="512286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A536BC-2587-088B-94FF-C04401935B19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33532E8A-AB49-CABC-053C-2A52AFE4BCD0}"/>
              </a:ext>
            </a:extLst>
          </p:cNvPr>
          <p:cNvSpPr/>
          <p:nvPr userDrawn="1"/>
        </p:nvSpPr>
        <p:spPr>
          <a:xfrm>
            <a:off x="0" y="5943599"/>
            <a:ext cx="936230" cy="91440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9AA1E1-DBEF-19F4-525C-66B3180C0FEF}"/>
              </a:ext>
            </a:extLst>
          </p:cNvPr>
          <p:cNvSpPr txBox="1"/>
          <p:nvPr userDrawn="1"/>
        </p:nvSpPr>
        <p:spPr>
          <a:xfrm>
            <a:off x="936230" y="6444734"/>
            <a:ext cx="112557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DATASPIRE PROJECT // KENNETH W. // VANCE B.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6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0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6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5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9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7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E8D3B3-3DB3-1152-A938-C4DC8952D4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89935-78E2-254B-6632-F815A5245AF6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7757413-96DD-58D4-3ED6-7BB6BF40E884}"/>
              </a:ext>
            </a:extLst>
          </p:cNvPr>
          <p:cNvSpPr/>
          <p:nvPr/>
        </p:nvSpPr>
        <p:spPr>
          <a:xfrm rot="10800000">
            <a:off x="11277600" y="0"/>
            <a:ext cx="914400" cy="9144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B45BB132-101F-20BD-7BF3-04354C7D8A27}"/>
              </a:ext>
            </a:extLst>
          </p:cNvPr>
          <p:cNvSpPr/>
          <p:nvPr/>
        </p:nvSpPr>
        <p:spPr>
          <a:xfrm>
            <a:off x="0" y="5943599"/>
            <a:ext cx="936230" cy="91440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7B31-1771-5D77-449C-7251F628FD7C}"/>
              </a:ext>
            </a:extLst>
          </p:cNvPr>
          <p:cNvSpPr txBox="1"/>
          <p:nvPr userDrawn="1"/>
        </p:nvSpPr>
        <p:spPr>
          <a:xfrm>
            <a:off x="936230" y="6444734"/>
            <a:ext cx="112557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DATASPIRE PROJECT // KENNETH W. // VANCE B.</a:t>
            </a:r>
          </a:p>
        </p:txBody>
      </p:sp>
    </p:spTree>
    <p:extLst>
      <p:ext uri="{BB962C8B-B14F-4D97-AF65-F5344CB8AC3E}">
        <p14:creationId xmlns:p14="http://schemas.microsoft.com/office/powerpoint/2010/main" val="389342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UPDATE THREE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DATASPIRE PROJECT</a:t>
            </a:r>
          </a:p>
          <a:p>
            <a:r>
              <a:rPr lang="en-US" b="1" dirty="0"/>
              <a:t>KENNETH W.</a:t>
            </a:r>
          </a:p>
          <a:p>
            <a:r>
              <a:rPr lang="en-US" b="1" dirty="0"/>
              <a:t>VANCE B.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Kenneth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TLDR: </a:t>
            </a:r>
            <a:r>
              <a:rPr lang="en-US" sz="2400" strike="sngStrike" dirty="0" err="1"/>
              <a:t>Strategems</a:t>
            </a:r>
            <a:r>
              <a:rPr lang="en-US" sz="2400" dirty="0"/>
              <a:t> Core </a:t>
            </a:r>
            <a:r>
              <a:rPr lang="en-US" sz="2400" dirty="0" err="1"/>
              <a:t>Cyberhacks</a:t>
            </a:r>
            <a:r>
              <a:rPr lang="en-US" sz="2400" dirty="0"/>
              <a:t> Implemented Successfully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Core Cyberhack System implemented, foundation for combo input and activation as well.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Dynamic time scale modification (time speed up or slow down).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Portal optimization (still bad).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F9CD6A-8BF3-412D-2C9C-E2411D76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4" y="1825625"/>
            <a:ext cx="5924257" cy="34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5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Vance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TLDR: XXX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XXX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XXX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XXX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372B00-7827-0BA5-D32E-C1CB27BF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4" y="1825625"/>
            <a:ext cx="2938163" cy="3338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8FD8DB-2842-5584-4E41-1686AAF5A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151" y="2275800"/>
            <a:ext cx="2807608" cy="9931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4C954A-73E1-C82A-DC8E-B47D5DFE1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151" y="3854052"/>
            <a:ext cx="2807608" cy="102929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9C778B-0220-0094-D4BB-442AC61C6831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4523955" y="3268939"/>
            <a:ext cx="0" cy="585113"/>
          </a:xfrm>
          <a:prstGeom prst="straightConnector1">
            <a:avLst/>
          </a:prstGeom>
          <a:ln w="889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98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9831-54ED-F27D-CDAF-59ECE028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Update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06B-4EF1-C245-F20E-148D15A4D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228600"/>
          <a:lstStyle/>
          <a:p>
            <a:pPr marL="0" indent="0">
              <a:buNone/>
            </a:pPr>
            <a:r>
              <a:rPr lang="en-US" b="1" u="sng" dirty="0"/>
              <a:t>Kenneth: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UI Update: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Main Menu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Pause Menu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Death Screen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Player HUD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Player Animations: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Arms (Attack, Block)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Vance: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130686"/>
      </p:ext>
    </p:extLst>
  </p:cSld>
  <p:clrMapOvr>
    <a:masterClrMapping/>
  </p:clrMapOvr>
</p:sld>
</file>

<file path=ppt/theme/theme1.xml><?xml version="1.0" encoding="utf-8"?>
<a:theme xmlns:a="http://schemas.openxmlformats.org/drawingml/2006/main" name="dataspir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taspire" id="{0BF81828-770F-472C-93BF-63E71A965C82}" vid="{54FD4503-2E2D-4A0C-A1BE-75012D392A8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dataspire</Template>
  <TotalTime>255</TotalTime>
  <Words>89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dataspire</vt:lpstr>
      <vt:lpstr>UPDATE THREE</vt:lpstr>
      <vt:lpstr>Kenneth Progress</vt:lpstr>
      <vt:lpstr>Vance Progress</vt:lpstr>
      <vt:lpstr>Next Update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ONE</dc:title>
  <dc:creator>Kelpy</dc:creator>
  <cp:lastModifiedBy>Jhems Wallace</cp:lastModifiedBy>
  <cp:revision>49</cp:revision>
  <dcterms:created xsi:type="dcterms:W3CDTF">2024-09-11T14:57:51Z</dcterms:created>
  <dcterms:modified xsi:type="dcterms:W3CDTF">2024-09-30T20:19:04Z</dcterms:modified>
</cp:coreProperties>
</file>