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57" r:id="rId4"/>
    <p:sldId id="268" r:id="rId5"/>
    <p:sldId id="259" r:id="rId6"/>
    <p:sldId id="265" r:id="rId7"/>
    <p:sldId id="266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45C92D-4E6F-8EB8-182F-AD71FEDA01EC}" v="60" dt="2024-09-04T15:03:58.697"/>
    <p1510:client id="{FEE014EE-3D71-D0D2-E151-9FE6CF0242D6}" v="1151" dt="2024-09-04T16:34:24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E8D3B3-3DB3-1152-A938-C4DC8952D4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80000">
                <a:schemeClr val="bg1">
                  <a:lumMod val="6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F7757413-96DD-58D4-3ED6-7BB6BF40E884}"/>
              </a:ext>
            </a:extLst>
          </p:cNvPr>
          <p:cNvSpPr/>
          <p:nvPr userDrawn="1"/>
        </p:nvSpPr>
        <p:spPr>
          <a:xfrm rot="10800000">
            <a:off x="11277600" y="0"/>
            <a:ext cx="914400" cy="914400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B45BB132-101F-20BD-7BF3-04354C7D8A27}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 dirty="0">
                <a:latin typeface="+mj-lt"/>
              </a:rPr>
              <a:t>DATASPIRE PROJECT</a:t>
            </a:r>
          </a:p>
          <a:p>
            <a:r>
              <a:rPr lang="en-US" b="1" dirty="0">
                <a:latin typeface="+mj-lt"/>
              </a:rPr>
              <a:t>KENNETH W.</a:t>
            </a:r>
          </a:p>
          <a:p>
            <a:r>
              <a:rPr lang="en-US" b="1" dirty="0">
                <a:latin typeface="+mj-lt"/>
              </a:rPr>
              <a:t>VANCE B.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73BD39-5B56-9F68-1445-C40282760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806" y="1966313"/>
            <a:ext cx="5272389" cy="128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969BB-7538-3DEF-A077-36A007385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1A34-0ABC-BA91-6CF8-01C7550DD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What is a DATASPIRE?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We call DATASPIRE a 3D Action Platformer because </a:t>
            </a:r>
            <a:r>
              <a:rPr lang="en-US" dirty="0" err="1"/>
              <a:t>we’re’nt</a:t>
            </a:r>
            <a:r>
              <a:rPr lang="en-US" dirty="0"/>
              <a:t> sure what it is.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It’s like mixing </a:t>
            </a:r>
            <a:r>
              <a:rPr lang="en-US" i="1" dirty="0"/>
              <a:t>Avatar: the Last Airbender </a:t>
            </a:r>
            <a:r>
              <a:rPr lang="en-US" dirty="0"/>
              <a:t>with </a:t>
            </a:r>
            <a:r>
              <a:rPr lang="en-US" i="1" dirty="0"/>
              <a:t>Street Fighter </a:t>
            </a:r>
            <a:r>
              <a:rPr lang="en-US" dirty="0"/>
              <a:t>and throwing it into </a:t>
            </a:r>
            <a:r>
              <a:rPr lang="en-US" i="1" dirty="0"/>
              <a:t>Call of Duty </a:t>
            </a:r>
            <a:r>
              <a:rPr lang="en-US" dirty="0"/>
              <a:t>with </a:t>
            </a:r>
            <a:r>
              <a:rPr lang="en-US" i="1" dirty="0"/>
              <a:t>Quake</a:t>
            </a:r>
            <a:r>
              <a:rPr lang="en-US" dirty="0"/>
              <a:t> physics.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we’ve inadvertently invented a new genre, we will take name suggestions!</a:t>
            </a:r>
          </a:p>
          <a:p>
            <a:r>
              <a:rPr lang="en-US" b="1" dirty="0"/>
              <a:t>What is a Godot?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Godot is an </a:t>
            </a:r>
            <a:r>
              <a:rPr lang="en-US" b="1" dirty="0"/>
              <a:t>open-source game engine</a:t>
            </a:r>
            <a:r>
              <a:rPr lang="en-US" dirty="0"/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It is </a:t>
            </a:r>
            <a:r>
              <a:rPr lang="en-US" b="1" dirty="0"/>
              <a:t>primarily</a:t>
            </a:r>
            <a:r>
              <a:rPr lang="en-US" dirty="0"/>
              <a:t> used for </a:t>
            </a:r>
            <a:r>
              <a:rPr lang="en-US" b="1" dirty="0"/>
              <a:t>2D games</a:t>
            </a:r>
            <a:r>
              <a:rPr lang="en-US" dirty="0"/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Some 3D games </a:t>
            </a:r>
            <a:r>
              <a:rPr lang="en-US" dirty="0"/>
              <a:t>are in development.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115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1FAB6-989A-D941-7346-A413B27E1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C000"/>
                </a:solidFill>
                <a:effectLst>
                  <a:glow rad="127000">
                    <a:schemeClr val="tx1"/>
                  </a:glow>
                </a:effectLst>
              </a:rPr>
              <a:t>DETERMINE GODOT’S EFFICACY FOR 3D GAME DEVELOPMENT</a:t>
            </a:r>
          </a:p>
          <a:p>
            <a:pPr marL="0" indent="0" algn="ctr">
              <a:buNone/>
            </a:pPr>
            <a:endParaRPr lang="en-US" sz="1400" b="1" dirty="0">
              <a:solidFill>
                <a:srgbClr val="FFC000"/>
              </a:solidFill>
              <a:effectLst>
                <a:glow rad="127000">
                  <a:schemeClr val="tx1"/>
                </a:glow>
              </a:effectLst>
            </a:endParaRPr>
          </a:p>
          <a:p>
            <a:r>
              <a:rPr lang="en-US" dirty="0"/>
              <a:t>How many features are available, how many features are not available?</a:t>
            </a:r>
          </a:p>
          <a:p>
            <a:r>
              <a:rPr lang="en-US" dirty="0"/>
              <a:t>How easy is it to implement certain features compared to other engines?</a:t>
            </a:r>
          </a:p>
          <a:p>
            <a:r>
              <a:rPr lang="en-US" dirty="0"/>
              <a:t>How intuitive is the engine itself?</a:t>
            </a:r>
          </a:p>
          <a:p>
            <a:r>
              <a:rPr lang="en-US" dirty="0"/>
              <a:t>Quantity and quality of documentations and tutorials.</a:t>
            </a:r>
            <a:endParaRPr lang="en-US" sz="1800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05C395-F750-102C-96ED-318CEF31C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11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969BB-7538-3DEF-A077-36A007385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1A34-0ABC-BA91-6CF8-01C7550DD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A report: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report detailing the strengths and weaknesses of Godot in 3D game development compared to other similar game engines.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400" dirty="0"/>
          </a:p>
          <a:p>
            <a:r>
              <a:rPr lang="en-US" b="1" dirty="0"/>
              <a:t>A game demo: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“Functional” game.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Working player movement, combat, etc.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3-4 functional enemies with unique movement or attack patterns.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092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969BB-7538-3DEF-A077-36A007385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1A34-0ABC-BA91-6CF8-01C7550DD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/>
              <a:t>GDScript</a:t>
            </a:r>
            <a:r>
              <a:rPr lang="en-US" dirty="0"/>
              <a:t> – Godot’s native language, Python-like</a:t>
            </a:r>
          </a:p>
          <a:p>
            <a:endParaRPr lang="en-US" sz="1400" dirty="0"/>
          </a:p>
          <a:p>
            <a:r>
              <a:rPr lang="en-US" dirty="0"/>
              <a:t>Addons: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Godot Jolt </a:t>
            </a:r>
            <a:r>
              <a:rPr lang="en-US" dirty="0"/>
              <a:t>– Godot port of the Jolt Physics Engine</a:t>
            </a:r>
          </a:p>
          <a:p>
            <a:pPr lvl="2"/>
            <a:r>
              <a:rPr lang="en-US" dirty="0"/>
              <a:t>Provides better, more deterministic 3D physics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 err="1"/>
              <a:t>Func_Godot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dirty="0" err="1"/>
              <a:t>Trenchbroom</a:t>
            </a:r>
            <a:r>
              <a:rPr lang="en-US" dirty="0"/>
              <a:t> map importer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400" dirty="0"/>
          </a:p>
          <a:p>
            <a:r>
              <a:rPr lang="en-US" dirty="0"/>
              <a:t>External Tools: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Trenchbroom</a:t>
            </a:r>
            <a:r>
              <a:rPr lang="en-US" dirty="0"/>
              <a:t> – Level editor for Quake games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Blender – Modeling and Navigation Mesh creation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00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5891-215E-9CA6-07AB-687DFFDAC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BD156-343B-5409-6C03-009E21D14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lIns="182880" tIns="182880" rIns="182880"/>
          <a:lstStyle/>
          <a:p>
            <a:pPr marL="0" indent="0" algn="ctr">
              <a:buNone/>
            </a:pPr>
            <a:r>
              <a:rPr lang="en-US" b="1" u="sng" dirty="0"/>
              <a:t>Kenneth W.</a:t>
            </a:r>
          </a:p>
          <a:p>
            <a:pPr marL="0" indent="0">
              <a:buNone/>
            </a:pPr>
            <a:r>
              <a:rPr lang="en-US" dirty="0"/>
              <a:t>Lead Developer</a:t>
            </a:r>
          </a:p>
          <a:p>
            <a:pPr lvl="1"/>
            <a:r>
              <a:rPr lang="en-US" dirty="0"/>
              <a:t>Player Movement</a:t>
            </a:r>
          </a:p>
          <a:p>
            <a:pPr lvl="1"/>
            <a:r>
              <a:rPr lang="en-US" dirty="0"/>
              <a:t>AI Navigation</a:t>
            </a:r>
          </a:p>
          <a:p>
            <a:pPr lvl="1"/>
            <a:r>
              <a:rPr lang="en-US" dirty="0"/>
              <a:t>Map Interaction</a:t>
            </a:r>
          </a:p>
          <a:p>
            <a:pPr lvl="1"/>
            <a:r>
              <a:rPr lang="en-US" dirty="0"/>
              <a:t>User Interface</a:t>
            </a:r>
          </a:p>
          <a:p>
            <a:pPr lvl="1"/>
            <a:r>
              <a:rPr lang="en-US" dirty="0"/>
              <a:t>Enemy Faction System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46F79-15F1-E381-F23F-071F59A72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lIns="182880" tIns="182880" rIns="182880"/>
          <a:lstStyle/>
          <a:p>
            <a:pPr marL="0" indent="0" algn="ctr">
              <a:buNone/>
            </a:pPr>
            <a:r>
              <a:rPr lang="en-US" b="1" u="sng" dirty="0"/>
              <a:t>Vance B.</a:t>
            </a:r>
          </a:p>
          <a:p>
            <a:pPr marL="0" indent="0">
              <a:buNone/>
            </a:pPr>
            <a:r>
              <a:rPr lang="en-US" dirty="0"/>
              <a:t>Developer</a:t>
            </a:r>
          </a:p>
          <a:p>
            <a:pPr lvl="1"/>
            <a:r>
              <a:rPr lang="en-US" dirty="0"/>
              <a:t>Enemies</a:t>
            </a:r>
          </a:p>
          <a:p>
            <a:pPr lvl="1"/>
            <a:r>
              <a:rPr lang="en-US" dirty="0"/>
              <a:t>Combat</a:t>
            </a:r>
          </a:p>
          <a:p>
            <a:pPr lvl="1"/>
            <a:r>
              <a:rPr lang="en-US" dirty="0"/>
              <a:t>Elemental System</a:t>
            </a:r>
          </a:p>
          <a:p>
            <a:pPr marL="457200" lvl="1" indent="0">
              <a:buNone/>
            </a:pPr>
            <a:r>
              <a:rPr lang="en-US" dirty="0"/>
              <a:t>(Combat, Reactions, etc.)</a:t>
            </a:r>
          </a:p>
        </p:txBody>
      </p:sp>
    </p:spTree>
    <p:extLst>
      <p:ext uri="{BB962C8B-B14F-4D97-AF65-F5344CB8AC3E}">
        <p14:creationId xmlns:p14="http://schemas.microsoft.com/office/powerpoint/2010/main" val="2404875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5891-215E-9CA6-07AB-687DFFDAC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BD156-343B-5409-6C03-009E21D14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lIns="182880" tIns="182880" rIns="182880"/>
          <a:lstStyle/>
          <a:p>
            <a:pPr marL="0" indent="0" algn="ctr">
              <a:buNone/>
            </a:pPr>
            <a:r>
              <a:rPr lang="en-US" b="1" u="sng" dirty="0"/>
              <a:t>Kenneth W.</a:t>
            </a:r>
          </a:p>
          <a:p>
            <a:pPr marL="0" indent="0">
              <a:buNone/>
            </a:pPr>
            <a:r>
              <a:rPr lang="en-US" dirty="0"/>
              <a:t>Hopes to finish:</a:t>
            </a:r>
          </a:p>
          <a:p>
            <a:pPr lvl="1"/>
            <a:r>
              <a:rPr lang="en-US" dirty="0"/>
              <a:t>Player Movement</a:t>
            </a:r>
          </a:p>
          <a:p>
            <a:pPr lvl="2"/>
            <a:r>
              <a:rPr lang="en-US" dirty="0"/>
              <a:t>No more additions</a:t>
            </a:r>
          </a:p>
          <a:p>
            <a:pPr lvl="2"/>
            <a:r>
              <a:rPr lang="en-US" dirty="0"/>
              <a:t>Just fixing bugs</a:t>
            </a:r>
          </a:p>
          <a:p>
            <a:pPr lvl="1"/>
            <a:r>
              <a:rPr lang="en-US" dirty="0"/>
              <a:t>Menus and Interfaces</a:t>
            </a:r>
          </a:p>
          <a:p>
            <a:pPr lvl="2"/>
            <a:r>
              <a:rPr lang="en-US" dirty="0"/>
              <a:t>Pause &amp; Option menus</a:t>
            </a:r>
          </a:p>
          <a:p>
            <a:pPr lvl="1"/>
            <a:r>
              <a:rPr lang="en-US" dirty="0"/>
              <a:t>Core </a:t>
            </a:r>
            <a:r>
              <a:rPr lang="en-US" dirty="0" err="1"/>
              <a:t>Cyberhacks</a:t>
            </a:r>
            <a:endParaRPr lang="en-US" dirty="0"/>
          </a:p>
          <a:p>
            <a:pPr lvl="2"/>
            <a:r>
              <a:rPr lang="en-US" dirty="0"/>
              <a:t>Advanced combo attacks</a:t>
            </a:r>
          </a:p>
          <a:p>
            <a:pPr lvl="2"/>
            <a:r>
              <a:rPr lang="en-US" dirty="0"/>
              <a:t>Boss abilities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46F79-15F1-E381-F23F-071F59A72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lIns="182880" tIns="182880" rIns="182880"/>
          <a:lstStyle/>
          <a:p>
            <a:pPr marL="0" indent="0" algn="ctr">
              <a:buNone/>
            </a:pPr>
            <a:r>
              <a:rPr lang="en-US" b="1" u="sng" dirty="0"/>
              <a:t>Vance B.</a:t>
            </a:r>
          </a:p>
          <a:p>
            <a:pPr marL="0" indent="0">
              <a:buNone/>
            </a:pPr>
            <a:r>
              <a:rPr lang="en-US" dirty="0"/>
              <a:t>Hopes to finish:</a:t>
            </a:r>
          </a:p>
          <a:p>
            <a:pPr lvl="1"/>
            <a:r>
              <a:rPr lang="en-US" dirty="0"/>
              <a:t>Enemies</a:t>
            </a:r>
          </a:p>
          <a:p>
            <a:pPr lvl="2"/>
            <a:r>
              <a:rPr lang="en-US" dirty="0"/>
              <a:t>Finish existing enemies</a:t>
            </a:r>
          </a:p>
          <a:p>
            <a:pPr lvl="1"/>
            <a:r>
              <a:rPr lang="en-US" dirty="0"/>
              <a:t>Combat</a:t>
            </a:r>
          </a:p>
          <a:p>
            <a:pPr lvl="2"/>
            <a:r>
              <a:rPr lang="en-US" dirty="0"/>
              <a:t>Player &amp; Enemy health</a:t>
            </a:r>
          </a:p>
          <a:p>
            <a:pPr lvl="2"/>
            <a:r>
              <a:rPr lang="en-US" dirty="0"/>
              <a:t>Dying</a:t>
            </a:r>
          </a:p>
          <a:p>
            <a:pPr lvl="2"/>
            <a:r>
              <a:rPr lang="en-US" dirty="0"/>
              <a:t>Basic combo attacks</a:t>
            </a:r>
          </a:p>
          <a:p>
            <a:pPr lvl="1"/>
            <a:r>
              <a:rPr lang="en-US" dirty="0"/>
              <a:t>Elemental System</a:t>
            </a:r>
          </a:p>
          <a:p>
            <a:pPr lvl="2"/>
            <a:r>
              <a:rPr lang="en-US" dirty="0"/>
              <a:t>Reaction effects</a:t>
            </a:r>
          </a:p>
        </p:txBody>
      </p:sp>
    </p:spTree>
    <p:extLst>
      <p:ext uri="{BB962C8B-B14F-4D97-AF65-F5344CB8AC3E}">
        <p14:creationId xmlns:p14="http://schemas.microsoft.com/office/powerpoint/2010/main" val="304151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D3152-3EB5-BE67-7096-446A2C542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PERCEIVED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C9EB5-9988-92B4-AE69-54CF22DA1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Every implementation is a challenge,</a:t>
            </a:r>
          </a:p>
          <a:p>
            <a:pPr marL="457200" lvl="1" indent="0">
              <a:buNone/>
            </a:pPr>
            <a:r>
              <a:rPr lang="en-US" dirty="0"/>
              <a:t>especially ones without a tutorial.</a:t>
            </a:r>
          </a:p>
          <a:p>
            <a:endParaRPr lang="en-US" sz="1400" dirty="0"/>
          </a:p>
          <a:p>
            <a:r>
              <a:rPr lang="en-US" dirty="0"/>
              <a:t>We don’t know what we're doing,</a:t>
            </a:r>
          </a:p>
          <a:p>
            <a:pPr marL="457200" lvl="1" indent="0">
              <a:buNone/>
            </a:pPr>
            <a:r>
              <a:rPr lang="en-US" dirty="0"/>
              <a:t>but we're learning along the way!  (b≧▽≦)b╰(*°▽°*)╯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Specifics: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“I predict the Elemental Reaction system will cause me many, many problems.” – Vance B.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US" dirty="0"/>
              <a:t>Also game balance – this project is a mash of different ideas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915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51515-87B2-E99F-B1AB-D5F26A8E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EB722-9667-F0E8-FF38-660748F9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Questions!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ASK QUESTIONS NOW 👿 👿 </a:t>
            </a:r>
          </a:p>
          <a:p>
            <a:r>
              <a:rPr lang="en-US" dirty="0"/>
              <a:t>We hope you enjoy our project!</a:t>
            </a:r>
          </a:p>
        </p:txBody>
      </p:sp>
    </p:spTree>
    <p:extLst>
      <p:ext uri="{BB962C8B-B14F-4D97-AF65-F5344CB8AC3E}">
        <p14:creationId xmlns:p14="http://schemas.microsoft.com/office/powerpoint/2010/main" val="836793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414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Wingdings</vt:lpstr>
      <vt:lpstr>office theme</vt:lpstr>
      <vt:lpstr>PowerPoint Presentation</vt:lpstr>
      <vt:lpstr>INTRODUCTION</vt:lpstr>
      <vt:lpstr>OBJECTIVE</vt:lpstr>
      <vt:lpstr>OUTCOME</vt:lpstr>
      <vt:lpstr>TOOLS</vt:lpstr>
      <vt:lpstr>ROLES</vt:lpstr>
      <vt:lpstr>TIMELINE</vt:lpstr>
      <vt:lpstr>PERCEIVED CHALLENGES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Jhems Wallace</cp:lastModifiedBy>
  <cp:revision>228</cp:revision>
  <dcterms:created xsi:type="dcterms:W3CDTF">2024-09-04T15:01:40Z</dcterms:created>
  <dcterms:modified xsi:type="dcterms:W3CDTF">2024-09-05T13:52:21Z</dcterms:modified>
</cp:coreProperties>
</file>